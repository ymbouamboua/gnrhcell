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nRHcell_logo_corrected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"/>
            <a:ext cx="6583680" cy="6583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